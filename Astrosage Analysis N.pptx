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71" r:id="rId3"/>
    <p:sldId id="269" r:id="rId4"/>
    <p:sldId id="258" r:id="rId5"/>
    <p:sldId id="259" r:id="rId6"/>
    <p:sldId id="260" r:id="rId7"/>
    <p:sldId id="261" r:id="rId8"/>
    <p:sldId id="272" r:id="rId9"/>
    <p:sldId id="273" r:id="rId10"/>
    <p:sldId id="265" r:id="rId11"/>
    <p:sldId id="262" r:id="rId12"/>
    <p:sldId id="264" r:id="rId13"/>
    <p:sldId id="263" r:id="rId14"/>
    <p:sldId id="257" r:id="rId15"/>
    <p:sldId id="270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753B4-93F2-4B55-9E53-FA90F1D894C9}" v="587" dt="2026-01-27T06:21:38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am Rajput" userId="3f03a5e57df722c8" providerId="LiveId" clId="{E75B93BF-19EF-43FE-AE5D-323DA3AD6BF8}"/>
    <pc:docChg chg="undo custSel modSld">
      <pc:chgData name="Neelam Rajput" userId="3f03a5e57df722c8" providerId="LiveId" clId="{E75B93BF-19EF-43FE-AE5D-323DA3AD6BF8}" dt="2026-01-27T06:29:13.393" v="1011" actId="1076"/>
      <pc:docMkLst>
        <pc:docMk/>
      </pc:docMkLst>
      <pc:sldChg chg="addSp delSp modSp mod setBg">
        <pc:chgData name="Neelam Rajput" userId="3f03a5e57df722c8" providerId="LiveId" clId="{E75B93BF-19EF-43FE-AE5D-323DA3AD6BF8}" dt="2026-01-27T06:29:13.393" v="1011" actId="1076"/>
        <pc:sldMkLst>
          <pc:docMk/>
          <pc:sldMk cId="487963646" sldId="256"/>
        </pc:sldMkLst>
        <pc:spChg chg="mod">
          <ac:chgData name="Neelam Rajput" userId="3f03a5e57df722c8" providerId="LiveId" clId="{E75B93BF-19EF-43FE-AE5D-323DA3AD6BF8}" dt="2026-01-27T06:28:58.508" v="1010" actId="114"/>
          <ac:spMkLst>
            <pc:docMk/>
            <pc:sldMk cId="487963646" sldId="256"/>
            <ac:spMk id="2" creationId="{E8E4AEA7-8853-EF38-4D8B-99C41D66F458}"/>
          </ac:spMkLst>
        </pc:spChg>
        <pc:spChg chg="mod">
          <ac:chgData name="Neelam Rajput" userId="3f03a5e57df722c8" providerId="LiveId" clId="{E75B93BF-19EF-43FE-AE5D-323DA3AD6BF8}" dt="2026-01-27T06:29:13.393" v="1011" actId="1076"/>
          <ac:spMkLst>
            <pc:docMk/>
            <pc:sldMk cId="487963646" sldId="256"/>
            <ac:spMk id="5" creationId="{80F79B37-76EF-DDD3-DDB7-AE563180D39D}"/>
          </ac:spMkLst>
        </pc:spChg>
        <pc:picChg chg="add mod">
          <ac:chgData name="Neelam Rajput" userId="3f03a5e57df722c8" providerId="LiveId" clId="{E75B93BF-19EF-43FE-AE5D-323DA3AD6BF8}" dt="2026-01-27T06:23:23.119" v="1002" actId="14100"/>
          <ac:picMkLst>
            <pc:docMk/>
            <pc:sldMk cId="487963646" sldId="256"/>
            <ac:picMk id="9" creationId="{A86A52EA-3D76-E62E-E058-6F36A94FBA7E}"/>
          </ac:picMkLst>
        </pc:picChg>
      </pc:sldChg>
      <pc:sldChg chg="modSp mod">
        <pc:chgData name="Neelam Rajput" userId="3f03a5e57df722c8" providerId="LiveId" clId="{E75B93BF-19EF-43FE-AE5D-323DA3AD6BF8}" dt="2026-01-27T05:52:44.282" v="653" actId="14100"/>
        <pc:sldMkLst>
          <pc:docMk/>
          <pc:sldMk cId="2806129498" sldId="257"/>
        </pc:sldMkLst>
        <pc:spChg chg="mod">
          <ac:chgData name="Neelam Rajput" userId="3f03a5e57df722c8" providerId="LiveId" clId="{E75B93BF-19EF-43FE-AE5D-323DA3AD6BF8}" dt="2026-01-26T14:27:17.882" v="148" actId="115"/>
          <ac:spMkLst>
            <pc:docMk/>
            <pc:sldMk cId="2806129498" sldId="257"/>
            <ac:spMk id="4" creationId="{DB2B8647-53A4-9617-DC8F-A12A11542758}"/>
          </ac:spMkLst>
        </pc:spChg>
        <pc:spChg chg="mod">
          <ac:chgData name="Neelam Rajput" userId="3f03a5e57df722c8" providerId="LiveId" clId="{E75B93BF-19EF-43FE-AE5D-323DA3AD6BF8}" dt="2026-01-27T05:52:13.118" v="652" actId="1076"/>
          <ac:spMkLst>
            <pc:docMk/>
            <pc:sldMk cId="2806129498" sldId="257"/>
            <ac:spMk id="5" creationId="{93E8204D-8DAF-40E6-AAC6-DA4D5B803AAB}"/>
          </ac:spMkLst>
        </pc:spChg>
        <pc:picChg chg="mod">
          <ac:chgData name="Neelam Rajput" userId="3f03a5e57df722c8" providerId="LiveId" clId="{E75B93BF-19EF-43FE-AE5D-323DA3AD6BF8}" dt="2026-01-27T05:52:44.282" v="653" actId="14100"/>
          <ac:picMkLst>
            <pc:docMk/>
            <pc:sldMk cId="2806129498" sldId="257"/>
            <ac:picMk id="2050" creationId="{DE5608C9-3862-FD2B-A1C1-65E7795B9B3C}"/>
          </ac:picMkLst>
        </pc:picChg>
      </pc:sldChg>
      <pc:sldChg chg="modSp mod">
        <pc:chgData name="Neelam Rajput" userId="3f03a5e57df722c8" providerId="LiveId" clId="{E75B93BF-19EF-43FE-AE5D-323DA3AD6BF8}" dt="2026-01-27T05:57:56.805" v="661" actId="255"/>
        <pc:sldMkLst>
          <pc:docMk/>
          <pc:sldMk cId="481531681" sldId="258"/>
        </pc:sldMkLst>
        <pc:spChg chg="mod">
          <ac:chgData name="Neelam Rajput" userId="3f03a5e57df722c8" providerId="LiveId" clId="{E75B93BF-19EF-43FE-AE5D-323DA3AD6BF8}" dt="2026-01-26T14:26:09.704" v="138" actId="115"/>
          <ac:spMkLst>
            <pc:docMk/>
            <pc:sldMk cId="481531681" sldId="258"/>
            <ac:spMk id="2" creationId="{6BC09D15-3ECC-1290-5951-6951DE2B88E2}"/>
          </ac:spMkLst>
        </pc:spChg>
        <pc:spChg chg="mod">
          <ac:chgData name="Neelam Rajput" userId="3f03a5e57df722c8" providerId="LiveId" clId="{E75B93BF-19EF-43FE-AE5D-323DA3AD6BF8}" dt="2026-01-27T05:57:56.805" v="661" actId="255"/>
          <ac:spMkLst>
            <pc:docMk/>
            <pc:sldMk cId="481531681" sldId="258"/>
            <ac:spMk id="3" creationId="{C3047ABA-8323-191C-8650-40724FCEBE57}"/>
          </ac:spMkLst>
        </pc:spChg>
      </pc:sldChg>
      <pc:sldChg chg="modSp mod">
        <pc:chgData name="Neelam Rajput" userId="3f03a5e57df722c8" providerId="LiveId" clId="{E75B93BF-19EF-43FE-AE5D-323DA3AD6BF8}" dt="2026-01-27T05:59:39.511" v="678" actId="255"/>
        <pc:sldMkLst>
          <pc:docMk/>
          <pc:sldMk cId="3450681976" sldId="259"/>
        </pc:sldMkLst>
        <pc:spChg chg="mod">
          <ac:chgData name="Neelam Rajput" userId="3f03a5e57df722c8" providerId="LiveId" clId="{E75B93BF-19EF-43FE-AE5D-323DA3AD6BF8}" dt="2026-01-26T14:26:17.108" v="139" actId="115"/>
          <ac:spMkLst>
            <pc:docMk/>
            <pc:sldMk cId="3450681976" sldId="259"/>
            <ac:spMk id="2" creationId="{6C3A0BAA-6A2A-7F8D-74B8-97A618192C28}"/>
          </ac:spMkLst>
        </pc:spChg>
        <pc:spChg chg="mod">
          <ac:chgData name="Neelam Rajput" userId="3f03a5e57df722c8" providerId="LiveId" clId="{E75B93BF-19EF-43FE-AE5D-323DA3AD6BF8}" dt="2026-01-27T05:59:39.511" v="678" actId="255"/>
          <ac:spMkLst>
            <pc:docMk/>
            <pc:sldMk cId="3450681976" sldId="259"/>
            <ac:spMk id="3" creationId="{E62BE0BD-CF8C-38AC-E379-2B80B4D30CBA}"/>
          </ac:spMkLst>
        </pc:spChg>
      </pc:sldChg>
      <pc:sldChg chg="modSp mod setBg">
        <pc:chgData name="Neelam Rajput" userId="3f03a5e57df722c8" providerId="LiveId" clId="{E75B93BF-19EF-43FE-AE5D-323DA3AD6BF8}" dt="2026-01-27T06:21:11.760" v="981"/>
        <pc:sldMkLst>
          <pc:docMk/>
          <pc:sldMk cId="1448644563" sldId="260"/>
        </pc:sldMkLst>
        <pc:spChg chg="mod">
          <ac:chgData name="Neelam Rajput" userId="3f03a5e57df722c8" providerId="LiveId" clId="{E75B93BF-19EF-43FE-AE5D-323DA3AD6BF8}" dt="2026-01-27T06:21:11.760" v="981"/>
          <ac:spMkLst>
            <pc:docMk/>
            <pc:sldMk cId="1448644563" sldId="260"/>
            <ac:spMk id="2" creationId="{9459DD72-91DC-27BF-7A76-662F9CB51FAC}"/>
          </ac:spMkLst>
        </pc:spChg>
        <pc:spChg chg="mod">
          <ac:chgData name="Neelam Rajput" userId="3f03a5e57df722c8" providerId="LiveId" clId="{E75B93BF-19EF-43FE-AE5D-323DA3AD6BF8}" dt="2026-01-27T05:47:47.471" v="621" actId="1076"/>
          <ac:spMkLst>
            <pc:docMk/>
            <pc:sldMk cId="1448644563" sldId="260"/>
            <ac:spMk id="4" creationId="{57B6C999-3EBA-9F78-8954-CA9E307B7903}"/>
          </ac:spMkLst>
        </pc:spChg>
        <pc:picChg chg="mod">
          <ac:chgData name="Neelam Rajput" userId="3f03a5e57df722c8" providerId="LiveId" clId="{E75B93BF-19EF-43FE-AE5D-323DA3AD6BF8}" dt="2026-01-27T05:47:40.306" v="620" actId="1076"/>
          <ac:picMkLst>
            <pc:docMk/>
            <pc:sldMk cId="1448644563" sldId="260"/>
            <ac:picMk id="1026" creationId="{120DF562-223D-3025-732A-40A7E586A374}"/>
          </ac:picMkLst>
        </pc:picChg>
      </pc:sldChg>
      <pc:sldChg chg="modSp mod">
        <pc:chgData name="Neelam Rajput" userId="3f03a5e57df722c8" providerId="LiveId" clId="{E75B93BF-19EF-43FE-AE5D-323DA3AD6BF8}" dt="2026-01-27T05:48:44.726" v="626" actId="1076"/>
        <pc:sldMkLst>
          <pc:docMk/>
          <pc:sldMk cId="2532520850" sldId="261"/>
        </pc:sldMkLst>
        <pc:spChg chg="mod">
          <ac:chgData name="Neelam Rajput" userId="3f03a5e57df722c8" providerId="LiveId" clId="{E75B93BF-19EF-43FE-AE5D-323DA3AD6BF8}" dt="2026-01-26T14:26:31.768" v="141" actId="115"/>
          <ac:spMkLst>
            <pc:docMk/>
            <pc:sldMk cId="2532520850" sldId="261"/>
            <ac:spMk id="2" creationId="{1EFA43D3-7BC2-3AA6-D1CF-7AB950448966}"/>
          </ac:spMkLst>
        </pc:spChg>
        <pc:spChg chg="mod">
          <ac:chgData name="Neelam Rajput" userId="3f03a5e57df722c8" providerId="LiveId" clId="{E75B93BF-19EF-43FE-AE5D-323DA3AD6BF8}" dt="2026-01-27T05:48:44.726" v="626" actId="1076"/>
          <ac:spMkLst>
            <pc:docMk/>
            <pc:sldMk cId="2532520850" sldId="261"/>
            <ac:spMk id="4" creationId="{CC632D48-BCDA-6E20-30CA-2AA5AD043531}"/>
          </ac:spMkLst>
        </pc:spChg>
        <pc:spChg chg="mod">
          <ac:chgData name="Neelam Rajput" userId="3f03a5e57df722c8" providerId="LiveId" clId="{E75B93BF-19EF-43FE-AE5D-323DA3AD6BF8}" dt="2026-01-27T05:48:21.706" v="625" actId="1076"/>
          <ac:spMkLst>
            <pc:docMk/>
            <pc:sldMk cId="2532520850" sldId="261"/>
            <ac:spMk id="5" creationId="{0CF6A0AA-1BD7-FF10-F312-5C0951FA723C}"/>
          </ac:spMkLst>
        </pc:spChg>
        <pc:picChg chg="mod">
          <ac:chgData name="Neelam Rajput" userId="3f03a5e57df722c8" providerId="LiveId" clId="{E75B93BF-19EF-43FE-AE5D-323DA3AD6BF8}" dt="2026-01-27T05:48:02.215" v="623" actId="1076"/>
          <ac:picMkLst>
            <pc:docMk/>
            <pc:sldMk cId="2532520850" sldId="261"/>
            <ac:picMk id="3074" creationId="{F977C335-ECF5-7178-8670-FCC34BC09733}"/>
          </ac:picMkLst>
        </pc:picChg>
      </pc:sldChg>
      <pc:sldChg chg="modSp mod">
        <pc:chgData name="Neelam Rajput" userId="3f03a5e57df722c8" providerId="LiveId" clId="{E75B93BF-19EF-43FE-AE5D-323DA3AD6BF8}" dt="2026-01-27T05:51:12.261" v="643" actId="14100"/>
        <pc:sldMkLst>
          <pc:docMk/>
          <pc:sldMk cId="4065357179" sldId="262"/>
        </pc:sldMkLst>
        <pc:spChg chg="mod">
          <ac:chgData name="Neelam Rajput" userId="3f03a5e57df722c8" providerId="LiveId" clId="{E75B93BF-19EF-43FE-AE5D-323DA3AD6BF8}" dt="2026-01-26T14:26:56.777" v="145" actId="115"/>
          <ac:spMkLst>
            <pc:docMk/>
            <pc:sldMk cId="4065357179" sldId="262"/>
            <ac:spMk id="2" creationId="{4939E903-52DC-B06C-1052-7A1C16464717}"/>
          </ac:spMkLst>
        </pc:spChg>
        <pc:spChg chg="mod">
          <ac:chgData name="Neelam Rajput" userId="3f03a5e57df722c8" providerId="LiveId" clId="{E75B93BF-19EF-43FE-AE5D-323DA3AD6BF8}" dt="2026-01-27T05:50:55.754" v="642" actId="1076"/>
          <ac:spMkLst>
            <pc:docMk/>
            <pc:sldMk cId="4065357179" sldId="262"/>
            <ac:spMk id="3" creationId="{11B30771-EB61-DF91-A3A0-6115E1C172B4}"/>
          </ac:spMkLst>
        </pc:spChg>
        <pc:picChg chg="mod">
          <ac:chgData name="Neelam Rajput" userId="3f03a5e57df722c8" providerId="LiveId" clId="{E75B93BF-19EF-43FE-AE5D-323DA3AD6BF8}" dt="2026-01-27T05:51:12.261" v="643" actId="14100"/>
          <ac:picMkLst>
            <pc:docMk/>
            <pc:sldMk cId="4065357179" sldId="262"/>
            <ac:picMk id="4098" creationId="{0881C547-32E0-89BC-6628-F1E4EF652095}"/>
          </ac:picMkLst>
        </pc:picChg>
      </pc:sldChg>
      <pc:sldChg chg="modSp mod">
        <pc:chgData name="Neelam Rajput" userId="3f03a5e57df722c8" providerId="LiveId" clId="{E75B93BF-19EF-43FE-AE5D-323DA3AD6BF8}" dt="2026-01-27T05:51:52.850" v="649" actId="1076"/>
        <pc:sldMkLst>
          <pc:docMk/>
          <pc:sldMk cId="1311467111" sldId="263"/>
        </pc:sldMkLst>
        <pc:spChg chg="mod">
          <ac:chgData name="Neelam Rajput" userId="3f03a5e57df722c8" providerId="LiveId" clId="{E75B93BF-19EF-43FE-AE5D-323DA3AD6BF8}" dt="2026-01-26T14:27:11.366" v="147" actId="115"/>
          <ac:spMkLst>
            <pc:docMk/>
            <pc:sldMk cId="1311467111" sldId="263"/>
            <ac:spMk id="2" creationId="{79645C33-7484-743C-C49F-E9D746BDC88F}"/>
          </ac:spMkLst>
        </pc:spChg>
        <pc:spChg chg="mod">
          <ac:chgData name="Neelam Rajput" userId="3f03a5e57df722c8" providerId="LiveId" clId="{E75B93BF-19EF-43FE-AE5D-323DA3AD6BF8}" dt="2026-01-27T05:51:52.850" v="649" actId="1076"/>
          <ac:spMkLst>
            <pc:docMk/>
            <pc:sldMk cId="1311467111" sldId="263"/>
            <ac:spMk id="3" creationId="{0296A863-5ACF-6268-67CF-E59FEDC2C55A}"/>
          </ac:spMkLst>
        </pc:spChg>
        <pc:picChg chg="mod">
          <ac:chgData name="Neelam Rajput" userId="3f03a5e57df722c8" providerId="LiveId" clId="{E75B93BF-19EF-43FE-AE5D-323DA3AD6BF8}" dt="2026-01-27T05:51:45.831" v="648" actId="1076"/>
          <ac:picMkLst>
            <pc:docMk/>
            <pc:sldMk cId="1311467111" sldId="263"/>
            <ac:picMk id="5122" creationId="{FA0C9B8A-E2CD-EFD9-35A4-8F28A61095F9}"/>
          </ac:picMkLst>
        </pc:picChg>
      </pc:sldChg>
      <pc:sldChg chg="modSp mod">
        <pc:chgData name="Neelam Rajput" userId="3f03a5e57df722c8" providerId="LiveId" clId="{E75B93BF-19EF-43FE-AE5D-323DA3AD6BF8}" dt="2026-01-27T05:51:33.294" v="646" actId="1076"/>
        <pc:sldMkLst>
          <pc:docMk/>
          <pc:sldMk cId="2264628003" sldId="264"/>
        </pc:sldMkLst>
        <pc:spChg chg="mod">
          <ac:chgData name="Neelam Rajput" userId="3f03a5e57df722c8" providerId="LiveId" clId="{E75B93BF-19EF-43FE-AE5D-323DA3AD6BF8}" dt="2026-01-26T14:27:04.651" v="146" actId="115"/>
          <ac:spMkLst>
            <pc:docMk/>
            <pc:sldMk cId="2264628003" sldId="264"/>
            <ac:spMk id="2" creationId="{9FB6663F-6DFE-BC75-8197-E4607512057F}"/>
          </ac:spMkLst>
        </pc:spChg>
        <pc:spChg chg="mod">
          <ac:chgData name="Neelam Rajput" userId="3f03a5e57df722c8" providerId="LiveId" clId="{E75B93BF-19EF-43FE-AE5D-323DA3AD6BF8}" dt="2026-01-27T05:51:33.294" v="646" actId="1076"/>
          <ac:spMkLst>
            <pc:docMk/>
            <pc:sldMk cId="2264628003" sldId="264"/>
            <ac:spMk id="3" creationId="{B58CFDA3-94F6-8ADB-5F43-662A1AC398FF}"/>
          </ac:spMkLst>
        </pc:spChg>
        <pc:picChg chg="mod">
          <ac:chgData name="Neelam Rajput" userId="3f03a5e57df722c8" providerId="LiveId" clId="{E75B93BF-19EF-43FE-AE5D-323DA3AD6BF8}" dt="2026-01-27T05:51:26.610" v="645" actId="1076"/>
          <ac:picMkLst>
            <pc:docMk/>
            <pc:sldMk cId="2264628003" sldId="264"/>
            <ac:picMk id="6146" creationId="{961035E0-A81C-904D-9D55-8EB72FD33CFD}"/>
          </ac:picMkLst>
        </pc:picChg>
      </pc:sldChg>
      <pc:sldChg chg="modSp mod">
        <pc:chgData name="Neelam Rajput" userId="3f03a5e57df722c8" providerId="LiveId" clId="{E75B93BF-19EF-43FE-AE5D-323DA3AD6BF8}" dt="2026-01-27T05:50:33.847" v="639" actId="1076"/>
        <pc:sldMkLst>
          <pc:docMk/>
          <pc:sldMk cId="1659336264" sldId="265"/>
        </pc:sldMkLst>
        <pc:spChg chg="mod">
          <ac:chgData name="Neelam Rajput" userId="3f03a5e57df722c8" providerId="LiveId" clId="{E75B93BF-19EF-43FE-AE5D-323DA3AD6BF8}" dt="2026-01-26T14:26:49.968" v="144" actId="115"/>
          <ac:spMkLst>
            <pc:docMk/>
            <pc:sldMk cId="1659336264" sldId="265"/>
            <ac:spMk id="2" creationId="{2BBB2CA6-CE29-E707-9DBA-1B78B9F28449}"/>
          </ac:spMkLst>
        </pc:spChg>
        <pc:spChg chg="mod">
          <ac:chgData name="Neelam Rajput" userId="3f03a5e57df722c8" providerId="LiveId" clId="{E75B93BF-19EF-43FE-AE5D-323DA3AD6BF8}" dt="2026-01-27T05:50:33.847" v="639" actId="1076"/>
          <ac:spMkLst>
            <pc:docMk/>
            <pc:sldMk cId="1659336264" sldId="265"/>
            <ac:spMk id="4" creationId="{BB8CC6ED-6881-6CC6-5B13-2DBF54A3B52E}"/>
          </ac:spMkLst>
        </pc:spChg>
        <pc:picChg chg="mod">
          <ac:chgData name="Neelam Rajput" userId="3f03a5e57df722c8" providerId="LiveId" clId="{E75B93BF-19EF-43FE-AE5D-323DA3AD6BF8}" dt="2026-01-27T05:50:25.601" v="638" actId="1076"/>
          <ac:picMkLst>
            <pc:docMk/>
            <pc:sldMk cId="1659336264" sldId="265"/>
            <ac:picMk id="3074" creationId="{4709A7E4-7F72-DCF7-F864-BD30605F846E}"/>
          </ac:picMkLst>
        </pc:picChg>
      </pc:sldChg>
      <pc:sldChg chg="addSp delSp modSp mod">
        <pc:chgData name="Neelam Rajput" userId="3f03a5e57df722c8" providerId="LiveId" clId="{E75B93BF-19EF-43FE-AE5D-323DA3AD6BF8}" dt="2026-01-27T06:09:57.674" v="965" actId="1076"/>
        <pc:sldMkLst>
          <pc:docMk/>
          <pc:sldMk cId="2996330504" sldId="266"/>
        </pc:sldMkLst>
        <pc:spChg chg="mod">
          <ac:chgData name="Neelam Rajput" userId="3f03a5e57df722c8" providerId="LiveId" clId="{E75B93BF-19EF-43FE-AE5D-323DA3AD6BF8}" dt="2026-01-26T14:27:24.225" v="149" actId="115"/>
          <ac:spMkLst>
            <pc:docMk/>
            <pc:sldMk cId="2996330504" sldId="266"/>
            <ac:spMk id="2" creationId="{5A5AF37E-C4E6-D0FF-E924-8A156D7F4474}"/>
          </ac:spMkLst>
        </pc:spChg>
        <pc:spChg chg="mod">
          <ac:chgData name="Neelam Rajput" userId="3f03a5e57df722c8" providerId="LiveId" clId="{E75B93BF-19EF-43FE-AE5D-323DA3AD6BF8}" dt="2026-01-27T06:09:57.674" v="965" actId="1076"/>
          <ac:spMkLst>
            <pc:docMk/>
            <pc:sldMk cId="2996330504" sldId="266"/>
            <ac:spMk id="3" creationId="{E7CC4928-D27B-97D9-0DAC-372F05B9BE38}"/>
          </ac:spMkLst>
        </pc:spChg>
        <pc:grpChg chg="del mod">
          <ac:chgData name="Neelam Rajput" userId="3f03a5e57df722c8" providerId="LiveId" clId="{E75B93BF-19EF-43FE-AE5D-323DA3AD6BF8}" dt="2026-01-27T06:09:25.265" v="961"/>
          <ac:grpSpMkLst>
            <pc:docMk/>
            <pc:sldMk cId="2996330504" sldId="266"/>
            <ac:grpSpMk id="10" creationId="{3247123C-FCAE-1E81-7522-9315011BDEF1}"/>
          </ac:grpSpMkLst>
        </pc:grpChg>
        <pc:inkChg chg="add">
          <ac:chgData name="Neelam Rajput" userId="3f03a5e57df722c8" providerId="LiveId" clId="{E75B93BF-19EF-43FE-AE5D-323DA3AD6BF8}" dt="2026-01-27T06:08:12.192" v="953" actId="9405"/>
          <ac:inkMkLst>
            <pc:docMk/>
            <pc:sldMk cId="2996330504" sldId="266"/>
            <ac:inkMk id="4" creationId="{71A0B4D7-C833-6693-DCAF-1CE6BBC1164C}"/>
          </ac:inkMkLst>
        </pc:inkChg>
        <pc:inkChg chg="add del">
          <ac:chgData name="Neelam Rajput" userId="3f03a5e57df722c8" providerId="LiveId" clId="{E75B93BF-19EF-43FE-AE5D-323DA3AD6BF8}" dt="2026-01-27T06:09:25.275" v="963"/>
          <ac:inkMkLst>
            <pc:docMk/>
            <pc:sldMk cId="2996330504" sldId="266"/>
            <ac:inkMk id="5" creationId="{FF922BA9-23FE-F651-E423-FD525AEFFFBA}"/>
          </ac:inkMkLst>
        </pc:inkChg>
        <pc:inkChg chg="add del">
          <ac:chgData name="Neelam Rajput" userId="3f03a5e57df722c8" providerId="LiveId" clId="{E75B93BF-19EF-43FE-AE5D-323DA3AD6BF8}" dt="2026-01-27T06:09:25.265" v="962"/>
          <ac:inkMkLst>
            <pc:docMk/>
            <pc:sldMk cId="2996330504" sldId="266"/>
            <ac:inkMk id="6" creationId="{6B4F591A-0D24-838A-9D1B-96C5DFF016CE}"/>
          </ac:inkMkLst>
        </pc:inkChg>
        <pc:inkChg chg="add del">
          <ac:chgData name="Neelam Rajput" userId="3f03a5e57df722c8" providerId="LiveId" clId="{E75B93BF-19EF-43FE-AE5D-323DA3AD6BF8}" dt="2026-01-27T06:09:25.275" v="964"/>
          <ac:inkMkLst>
            <pc:docMk/>
            <pc:sldMk cId="2996330504" sldId="266"/>
            <ac:inkMk id="7" creationId="{83252C36-C7EF-DD7A-BE86-476CBD7D68A3}"/>
          </ac:inkMkLst>
        </pc:inkChg>
        <pc:inkChg chg="add del mod">
          <ac:chgData name="Neelam Rajput" userId="3f03a5e57df722c8" providerId="LiveId" clId="{E75B93BF-19EF-43FE-AE5D-323DA3AD6BF8}" dt="2026-01-27T06:09:25.265" v="961"/>
          <ac:inkMkLst>
            <pc:docMk/>
            <pc:sldMk cId="2996330504" sldId="266"/>
            <ac:inkMk id="8" creationId="{FC052BD1-9B05-2CCD-50C8-909006318869}"/>
          </ac:inkMkLst>
        </pc:inkChg>
        <pc:inkChg chg="add mod">
          <ac:chgData name="Neelam Rajput" userId="3f03a5e57df722c8" providerId="LiveId" clId="{E75B93BF-19EF-43FE-AE5D-323DA3AD6BF8}" dt="2026-01-27T06:09:25.265" v="961"/>
          <ac:inkMkLst>
            <pc:docMk/>
            <pc:sldMk cId="2996330504" sldId="266"/>
            <ac:inkMk id="9" creationId="{BD8BF1FA-3926-C498-ED3C-7AD7FDCEC18E}"/>
          </ac:inkMkLst>
        </pc:inkChg>
      </pc:sldChg>
      <pc:sldChg chg="modSp mod">
        <pc:chgData name="Neelam Rajput" userId="3f03a5e57df722c8" providerId="LiveId" clId="{E75B93BF-19EF-43FE-AE5D-323DA3AD6BF8}" dt="2026-01-27T06:02:26.998" v="710" actId="1035"/>
        <pc:sldMkLst>
          <pc:docMk/>
          <pc:sldMk cId="759638842" sldId="267"/>
        </pc:sldMkLst>
        <pc:spChg chg="mod">
          <ac:chgData name="Neelam Rajput" userId="3f03a5e57df722c8" providerId="LiveId" clId="{E75B93BF-19EF-43FE-AE5D-323DA3AD6BF8}" dt="2026-01-26T14:27:29.620" v="150" actId="115"/>
          <ac:spMkLst>
            <pc:docMk/>
            <pc:sldMk cId="759638842" sldId="267"/>
            <ac:spMk id="2" creationId="{BA3BA152-192C-092D-34F0-DFFB3D17CBE4}"/>
          </ac:spMkLst>
        </pc:spChg>
        <pc:spChg chg="mod">
          <ac:chgData name="Neelam Rajput" userId="3f03a5e57df722c8" providerId="LiveId" clId="{E75B93BF-19EF-43FE-AE5D-323DA3AD6BF8}" dt="2026-01-27T06:02:26.998" v="710" actId="1035"/>
          <ac:spMkLst>
            <pc:docMk/>
            <pc:sldMk cId="759638842" sldId="267"/>
            <ac:spMk id="14" creationId="{26AD21C6-2259-9551-E8A7-07A566ABC259}"/>
          </ac:spMkLst>
        </pc:spChg>
      </pc:sldChg>
      <pc:sldChg chg="modSp mod">
        <pc:chgData name="Neelam Rajput" userId="3f03a5e57df722c8" providerId="LiveId" clId="{E75B93BF-19EF-43FE-AE5D-323DA3AD6BF8}" dt="2026-01-27T06:21:11.760" v="981"/>
        <pc:sldMkLst>
          <pc:docMk/>
          <pc:sldMk cId="2208260125" sldId="268"/>
        </pc:sldMkLst>
        <pc:spChg chg="mod">
          <ac:chgData name="Neelam Rajput" userId="3f03a5e57df722c8" providerId="LiveId" clId="{E75B93BF-19EF-43FE-AE5D-323DA3AD6BF8}" dt="2026-01-27T06:21:11.760" v="981"/>
          <ac:spMkLst>
            <pc:docMk/>
            <pc:sldMk cId="2208260125" sldId="268"/>
            <ac:spMk id="2" creationId="{C4BE2D74-2B54-5F88-CDAD-B59C739DECC7}"/>
          </ac:spMkLst>
        </pc:spChg>
        <pc:spChg chg="mod">
          <ac:chgData name="Neelam Rajput" userId="3f03a5e57df722c8" providerId="LiveId" clId="{E75B93BF-19EF-43FE-AE5D-323DA3AD6BF8}" dt="2026-01-27T06:21:11.760" v="981"/>
          <ac:spMkLst>
            <pc:docMk/>
            <pc:sldMk cId="2208260125" sldId="268"/>
            <ac:spMk id="3" creationId="{0732B1B5-EDF0-3DED-75B8-929044AA9831}"/>
          </ac:spMkLst>
        </pc:spChg>
      </pc:sldChg>
      <pc:sldChg chg="modSp mod">
        <pc:chgData name="Neelam Rajput" userId="3f03a5e57df722c8" providerId="LiveId" clId="{E75B93BF-19EF-43FE-AE5D-323DA3AD6BF8}" dt="2026-01-27T06:21:11.760" v="981"/>
        <pc:sldMkLst>
          <pc:docMk/>
          <pc:sldMk cId="236824367" sldId="269"/>
        </pc:sldMkLst>
        <pc:spChg chg="mod">
          <ac:chgData name="Neelam Rajput" userId="3f03a5e57df722c8" providerId="LiveId" clId="{E75B93BF-19EF-43FE-AE5D-323DA3AD6BF8}" dt="2026-01-27T06:21:11.760" v="981"/>
          <ac:spMkLst>
            <pc:docMk/>
            <pc:sldMk cId="236824367" sldId="269"/>
            <ac:spMk id="2" creationId="{13CF30DC-8B4A-3661-5DF2-C14E2437307D}"/>
          </ac:spMkLst>
        </pc:spChg>
        <pc:spChg chg="mod">
          <ac:chgData name="Neelam Rajput" userId="3f03a5e57df722c8" providerId="LiveId" clId="{E75B93BF-19EF-43FE-AE5D-323DA3AD6BF8}" dt="2026-01-27T06:18:18.320" v="971" actId="1076"/>
          <ac:spMkLst>
            <pc:docMk/>
            <pc:sldMk cId="236824367" sldId="269"/>
            <ac:spMk id="3" creationId="{F0467D24-5F08-1115-2626-97B909673AEB}"/>
          </ac:spMkLst>
        </pc:spChg>
      </pc:sldChg>
      <pc:sldChg chg="addSp delSp modSp mod">
        <pc:chgData name="Neelam Rajput" userId="3f03a5e57df722c8" providerId="LiveId" clId="{E75B93BF-19EF-43FE-AE5D-323DA3AD6BF8}" dt="2026-01-25T19:14:12.760" v="7" actId="14100"/>
        <pc:sldMkLst>
          <pc:docMk/>
          <pc:sldMk cId="3434326210" sldId="270"/>
        </pc:sldMkLst>
        <pc:picChg chg="add mod">
          <ac:chgData name="Neelam Rajput" userId="3f03a5e57df722c8" providerId="LiveId" clId="{E75B93BF-19EF-43FE-AE5D-323DA3AD6BF8}" dt="2026-01-25T19:14:12.760" v="7" actId="14100"/>
          <ac:picMkLst>
            <pc:docMk/>
            <pc:sldMk cId="3434326210" sldId="270"/>
            <ac:picMk id="6" creationId="{9A84F6F6-AFD4-E4A2-B563-5E381CBFF1D9}"/>
          </ac:picMkLst>
        </pc:picChg>
      </pc:sldChg>
      <pc:sldChg chg="modSp mod">
        <pc:chgData name="Neelam Rajput" userId="3f03a5e57df722c8" providerId="LiveId" clId="{E75B93BF-19EF-43FE-AE5D-323DA3AD6BF8}" dt="2026-01-27T06:21:11.760" v="981"/>
        <pc:sldMkLst>
          <pc:docMk/>
          <pc:sldMk cId="2008931421" sldId="271"/>
        </pc:sldMkLst>
        <pc:spChg chg="mod">
          <ac:chgData name="Neelam Rajput" userId="3f03a5e57df722c8" providerId="LiveId" clId="{E75B93BF-19EF-43FE-AE5D-323DA3AD6BF8}" dt="2026-01-26T14:25:55.696" v="136" actId="115"/>
          <ac:spMkLst>
            <pc:docMk/>
            <pc:sldMk cId="2008931421" sldId="271"/>
            <ac:spMk id="2" creationId="{8971A223-45BA-320E-6CA7-18A7265921DB}"/>
          </ac:spMkLst>
        </pc:spChg>
        <pc:spChg chg="mod">
          <ac:chgData name="Neelam Rajput" userId="3f03a5e57df722c8" providerId="LiveId" clId="{E75B93BF-19EF-43FE-AE5D-323DA3AD6BF8}" dt="2026-01-27T06:21:11.760" v="981"/>
          <ac:spMkLst>
            <pc:docMk/>
            <pc:sldMk cId="2008931421" sldId="271"/>
            <ac:spMk id="3" creationId="{22DD431C-A47A-3662-2F1D-0A7B569D514C}"/>
          </ac:spMkLst>
        </pc:spChg>
      </pc:sldChg>
      <pc:sldChg chg="modSp mod">
        <pc:chgData name="Neelam Rajput" userId="3f03a5e57df722c8" providerId="LiveId" clId="{E75B93BF-19EF-43FE-AE5D-323DA3AD6BF8}" dt="2026-01-27T05:49:28.860" v="631" actId="20577"/>
        <pc:sldMkLst>
          <pc:docMk/>
          <pc:sldMk cId="1618123200" sldId="272"/>
        </pc:sldMkLst>
        <pc:spChg chg="mod">
          <ac:chgData name="Neelam Rajput" userId="3f03a5e57df722c8" providerId="LiveId" clId="{E75B93BF-19EF-43FE-AE5D-323DA3AD6BF8}" dt="2026-01-26T14:26:37.947" v="142" actId="115"/>
          <ac:spMkLst>
            <pc:docMk/>
            <pc:sldMk cId="1618123200" sldId="272"/>
            <ac:spMk id="2" creationId="{E887301E-7081-76FC-F59B-377418B0D34B}"/>
          </ac:spMkLst>
        </pc:spChg>
        <pc:spChg chg="mod">
          <ac:chgData name="Neelam Rajput" userId="3f03a5e57df722c8" providerId="LiveId" clId="{E75B93BF-19EF-43FE-AE5D-323DA3AD6BF8}" dt="2026-01-27T05:49:28.860" v="631" actId="20577"/>
          <ac:spMkLst>
            <pc:docMk/>
            <pc:sldMk cId="1618123200" sldId="272"/>
            <ac:spMk id="3" creationId="{FDDAF0FD-82B9-BD41-1505-C57D6FD0B2C8}"/>
          </ac:spMkLst>
        </pc:spChg>
        <pc:picChg chg="mod">
          <ac:chgData name="Neelam Rajput" userId="3f03a5e57df722c8" providerId="LiveId" clId="{E75B93BF-19EF-43FE-AE5D-323DA3AD6BF8}" dt="2026-01-27T05:49:11.041" v="630" actId="1076"/>
          <ac:picMkLst>
            <pc:docMk/>
            <pc:sldMk cId="1618123200" sldId="272"/>
            <ac:picMk id="1026" creationId="{D65602FB-95E4-AA7E-1C7D-BC3EE659D475}"/>
          </ac:picMkLst>
        </pc:picChg>
      </pc:sldChg>
      <pc:sldChg chg="modSp mod">
        <pc:chgData name="Neelam Rajput" userId="3f03a5e57df722c8" providerId="LiveId" clId="{E75B93BF-19EF-43FE-AE5D-323DA3AD6BF8}" dt="2026-01-27T05:50:07.353" v="636" actId="1076"/>
        <pc:sldMkLst>
          <pc:docMk/>
          <pc:sldMk cId="735772960" sldId="273"/>
        </pc:sldMkLst>
        <pc:spChg chg="mod">
          <ac:chgData name="Neelam Rajput" userId="3f03a5e57df722c8" providerId="LiveId" clId="{E75B93BF-19EF-43FE-AE5D-323DA3AD6BF8}" dt="2026-01-26T14:26:43.494" v="143" actId="115"/>
          <ac:spMkLst>
            <pc:docMk/>
            <pc:sldMk cId="735772960" sldId="273"/>
            <ac:spMk id="2" creationId="{BF64A1A3-0968-87A6-8437-B62CE8DEDDC6}"/>
          </ac:spMkLst>
        </pc:spChg>
        <pc:spChg chg="mod">
          <ac:chgData name="Neelam Rajput" userId="3f03a5e57df722c8" providerId="LiveId" clId="{E75B93BF-19EF-43FE-AE5D-323DA3AD6BF8}" dt="2026-01-27T05:50:07.353" v="636" actId="1076"/>
          <ac:spMkLst>
            <pc:docMk/>
            <pc:sldMk cId="735772960" sldId="273"/>
            <ac:spMk id="3" creationId="{2D7F8019-AE60-6284-7004-CA571D4CE4D7}"/>
          </ac:spMkLst>
        </pc:spChg>
        <pc:picChg chg="mod">
          <ac:chgData name="Neelam Rajput" userId="3f03a5e57df722c8" providerId="LiveId" clId="{E75B93BF-19EF-43FE-AE5D-323DA3AD6BF8}" dt="2026-01-27T05:49:43.944" v="633" actId="1076"/>
          <ac:picMkLst>
            <pc:docMk/>
            <pc:sldMk cId="735772960" sldId="273"/>
            <ac:picMk id="4098" creationId="{9EFFD4AE-68DD-3BBB-0CE4-19413FA5C08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6:08:12.18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0 9830,'0'0'0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6:09:02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 9830,'0'0'0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71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20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885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881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38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11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614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413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576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774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1214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29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9481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653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051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361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1CF44-A176-44F1-88A2-C689AB81CDB6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3EDBC4C-E7CE-458E-A196-79D59D68E0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95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lr/app/astrosage-kundli-ai-astrology/id824705526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customXml" Target="../ink/ink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AEA7-8853-EF38-4D8B-99C41D66F4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9303" y="3691184"/>
            <a:ext cx="10464917" cy="1478786"/>
          </a:xfrm>
          <a:noFill/>
          <a:ln>
            <a:noFill/>
          </a:ln>
        </p:spPr>
        <p:txBody>
          <a:bodyPr/>
          <a:lstStyle/>
          <a:p>
            <a:r>
              <a:rPr lang="en-IN" sz="6000" u="sng" dirty="0">
                <a:solidFill>
                  <a:schemeClr val="accent1">
                    <a:lumMod val="50000"/>
                  </a:schemeClr>
                </a:solidFill>
                <a:latin typeface="Bahnschrift SemiBold" panose="020B0502040204020203" pitchFamily="34" charset="0"/>
              </a:rPr>
              <a:t>ASTROSAGE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01662F-D7D7-BEBF-7D5C-801C0782A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9303" y="5169970"/>
            <a:ext cx="9754556" cy="952306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79B37-76EF-DDD3-DDB7-AE563180D39D}"/>
              </a:ext>
            </a:extLst>
          </p:cNvPr>
          <p:cNvSpPr txBox="1"/>
          <p:nvPr/>
        </p:nvSpPr>
        <p:spPr>
          <a:xfrm>
            <a:off x="6266836" y="5112709"/>
            <a:ext cx="8251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Presented  by Neelam Rajput 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6A52EA-3D76-E62E-E058-6F36A94FB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755923" y="1126659"/>
            <a:ext cx="4336026" cy="293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63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A223-45BA-320E-6CA7-18A726592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1280890"/>
          </a:xfrm>
        </p:spPr>
        <p:txBody>
          <a:bodyPr/>
          <a:lstStyle/>
          <a:p>
            <a:r>
              <a:rPr lang="en-IN" u="sng" dirty="0"/>
              <a:t>ASTROSAGE PLATFORM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D431C-A47A-3662-2F1D-0A7B569D5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5174" y="2133600"/>
            <a:ext cx="1004943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Platform Type:</a:t>
            </a:r>
            <a:r>
              <a:rPr lang="en-US" dirty="0"/>
              <a:t> Online marketplace for astrology services via mobile app and web portal.</a:t>
            </a:r>
          </a:p>
          <a:p>
            <a:pPr marL="0" indent="0">
              <a:buNone/>
            </a:pPr>
            <a:r>
              <a:rPr lang="en-US" b="1" dirty="0"/>
              <a:t>Scale:</a:t>
            </a:r>
            <a:endParaRPr lang="en-US" dirty="0"/>
          </a:p>
          <a:p>
            <a:pPr lvl="1"/>
            <a:r>
              <a:rPr lang="en-US" dirty="0"/>
              <a:t>70M+ app downloads globally.</a:t>
            </a:r>
          </a:p>
          <a:p>
            <a:pPr lvl="1"/>
            <a:r>
              <a:rPr lang="en-US" dirty="0"/>
              <a:t>11M+ monthly active users.</a:t>
            </a:r>
          </a:p>
          <a:p>
            <a:pPr lvl="1"/>
            <a:r>
              <a:rPr lang="en-US" dirty="0"/>
              <a:t>700,000+ registered astrologers/gurus.</a:t>
            </a:r>
          </a:p>
          <a:p>
            <a:pPr marL="0" indent="0">
              <a:buNone/>
            </a:pPr>
            <a:r>
              <a:rPr lang="en-US" b="1" dirty="0"/>
              <a:t>Core Services:</a:t>
            </a:r>
          </a:p>
          <a:p>
            <a:pPr lvl="1"/>
            <a:r>
              <a:rPr lang="en-US" dirty="0"/>
              <a:t>Live consultations (Chat/Audio/Video).</a:t>
            </a:r>
          </a:p>
          <a:p>
            <a:pPr lvl="1"/>
            <a:r>
              <a:rPr lang="en-US" dirty="0"/>
              <a:t>Free Horoscopes &amp; </a:t>
            </a:r>
            <a:r>
              <a:rPr lang="en-US" dirty="0" err="1"/>
              <a:t>Kundli</a:t>
            </a:r>
            <a:r>
              <a:rPr lang="en-US" dirty="0"/>
              <a:t> (Birth Charts).</a:t>
            </a:r>
          </a:p>
          <a:p>
            <a:pPr lvl="1"/>
            <a:r>
              <a:rPr lang="en-US" dirty="0"/>
              <a:t>E-commerce (Gemstones, remedies).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93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30DC-8B4A-3661-5DF2-C14E24373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560" y="706197"/>
            <a:ext cx="9603275" cy="670990"/>
          </a:xfrm>
        </p:spPr>
        <p:txBody>
          <a:bodyPr/>
          <a:lstStyle/>
          <a:p>
            <a:r>
              <a:rPr lang="en-IN" u="sng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7D24-5F08-1115-2626-97B909673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585" y="1946788"/>
            <a:ext cx="9002464" cy="3313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   </a:t>
            </a:r>
            <a:r>
              <a:rPr lang="en-US" sz="1600" dirty="0" err="1"/>
              <a:t>AstroSage</a:t>
            </a:r>
            <a:r>
              <a:rPr lang="en-US" sz="1600" dirty="0"/>
              <a:t> has received a 1 crore investment and aims to optimize its call center </a:t>
            </a:r>
            <a:br>
              <a:rPr lang="en-US" sz="1600" dirty="0"/>
            </a:br>
            <a:r>
              <a:rPr lang="en-US" sz="1600" dirty="0"/>
              <a:t>   operations.</a:t>
            </a:r>
            <a:br>
              <a:rPr lang="en-US" sz="1600" dirty="0"/>
            </a:b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   The goal is to determine how to allocate this investment to maximize operational</a:t>
            </a:r>
            <a:br>
              <a:rPr lang="en-US" sz="1600" dirty="0"/>
            </a:br>
            <a:r>
              <a:rPr lang="en-US" sz="1600" dirty="0"/>
              <a:t>   efficiency, customer satisfaction, and profitability. The analysis will consider historical</a:t>
            </a:r>
            <a:br>
              <a:rPr lang="en-US" sz="1600" dirty="0"/>
            </a:br>
            <a:r>
              <a:rPr lang="en-US" sz="1600" dirty="0"/>
              <a:t>   call data, performance metrics, and market trends to make informed decisions.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82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09D15-3ECC-1290-5951-6951DE2B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9734" y="692290"/>
            <a:ext cx="8911687" cy="1280890"/>
          </a:xfrm>
        </p:spPr>
        <p:txBody>
          <a:bodyPr/>
          <a:lstStyle/>
          <a:p>
            <a:r>
              <a:rPr lang="en-IN" u="sng" dirty="0"/>
              <a:t>OVERVIEW OF 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47ABA-8323-191C-8650-40724FCEB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3180"/>
            <a:ext cx="9603275" cy="408030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Dataset :-28027 consultation records of 34 days .</a:t>
            </a:r>
          </a:p>
          <a:p>
            <a:pPr marL="0" indent="0">
              <a:buNone/>
            </a:pPr>
            <a:r>
              <a:rPr lang="en-IN" dirty="0"/>
              <a:t>Attributes :- 35 columns (</a:t>
            </a:r>
            <a:r>
              <a:rPr lang="en-US" dirty="0"/>
              <a:t>call details, status, chat time, refund status , etc.)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Time Duration :- 1st December 2023 to 3rd Jan 2024.</a:t>
            </a:r>
          </a:p>
          <a:p>
            <a:pPr marL="0" indent="0">
              <a:buNone/>
            </a:pPr>
            <a:r>
              <a:rPr lang="en-IN" dirty="0"/>
              <a:t>Scope of Analysis:-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dirty="0"/>
              <a:t>Addition of new users and revenue earned.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dirty="0"/>
              <a:t>Performance of Gurus and workload distribution.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dirty="0"/>
              <a:t>Feedback analysis.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dirty="0"/>
              <a:t>Preference of consultation type by user and call status.</a:t>
            </a:r>
          </a:p>
          <a:p>
            <a:pPr marL="400050" lvl="1" indent="0" algn="just">
              <a:buNone/>
            </a:pPr>
            <a:endParaRPr lang="en-IN" dirty="0"/>
          </a:p>
          <a:p>
            <a:pPr marL="0" indent="0">
              <a:buNone/>
            </a:pPr>
            <a:endParaRPr lang="en-IN" sz="1600" dirty="0"/>
          </a:p>
          <a:p>
            <a:pPr>
              <a:buFont typeface="Wingdings" panose="05000000000000000000" pitchFamily="2" charset="2"/>
              <a:buChar char="q"/>
            </a:pPr>
            <a:endParaRPr lang="en-IN" sz="1600" dirty="0"/>
          </a:p>
          <a:p>
            <a:pPr>
              <a:buFont typeface="Wingdings" panose="05000000000000000000" pitchFamily="2" charset="2"/>
              <a:buChar char="q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8153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0BAA-6A2A-7F8D-74B8-97A61819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95" y="686533"/>
            <a:ext cx="9603275" cy="758810"/>
          </a:xfrm>
        </p:spPr>
        <p:txBody>
          <a:bodyPr/>
          <a:lstStyle/>
          <a:p>
            <a:r>
              <a:rPr lang="en-IN" u="sng" dirty="0"/>
              <a:t>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BE0BD-CF8C-38AC-E379-2B80B4D30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18968"/>
            <a:ext cx="9603275" cy="4444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/>
              <a:t>     Analytical approach: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i="1" dirty="0"/>
              <a:t>Data Cleaning </a:t>
            </a:r>
            <a:r>
              <a:rPr lang="en-IN" dirty="0"/>
              <a:t>: by removing duplicates, filling blank values, inserting the required columns.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i="1" dirty="0"/>
              <a:t>Analysis </a:t>
            </a:r>
            <a:r>
              <a:rPr lang="en-IN" dirty="0"/>
              <a:t>: Identifying the major KPIs and Creating pivot tables to summarize data.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i="1" dirty="0"/>
              <a:t>Visualization : W</a:t>
            </a:r>
            <a:r>
              <a:rPr lang="en-IN" dirty="0"/>
              <a:t>ith the help of chats and graphs.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 </a:t>
            </a:r>
            <a:r>
              <a:rPr lang="en-IN" i="1" dirty="0"/>
              <a:t>Insights </a:t>
            </a:r>
            <a:r>
              <a:rPr lang="en-IN" dirty="0"/>
              <a:t>:for better utilization of investment.</a:t>
            </a:r>
            <a:br>
              <a:rPr lang="en-IN" dirty="0"/>
            </a:br>
            <a:endParaRPr lang="en-IN" dirty="0"/>
          </a:p>
          <a:p>
            <a:pPr marL="57150" indent="0">
              <a:buNone/>
            </a:pPr>
            <a:r>
              <a:rPr lang="en-IN" sz="1600" dirty="0"/>
              <a:t>    Tools used: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 Excel( data cleaning, pivot table ,charts, formatting)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 Functions (COUNT,AVERAGE,SUM,CORREL)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 presenting everything in dashboard with slicers .   </a:t>
            </a:r>
          </a:p>
        </p:txBody>
      </p:sp>
    </p:spTree>
    <p:extLst>
      <p:ext uri="{BB962C8B-B14F-4D97-AF65-F5344CB8AC3E}">
        <p14:creationId xmlns:p14="http://schemas.microsoft.com/office/powerpoint/2010/main" val="3450681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82000"/>
                <a:lumOff val="18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DD72-91DC-27BF-7A76-662F9CB5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560" y="719865"/>
            <a:ext cx="7574433" cy="686976"/>
          </a:xfrm>
        </p:spPr>
        <p:txBody>
          <a:bodyPr>
            <a:normAutofit/>
          </a:bodyPr>
          <a:lstStyle/>
          <a:p>
            <a:r>
              <a:rPr lang="en-IN" u="sng" dirty="0"/>
              <a:t>USER PLATFORM PREFERENCE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6C999-3EBA-9F78-8954-CA9E307B7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85958"/>
            <a:ext cx="4901095" cy="3519558"/>
          </a:xfrm>
        </p:spPr>
        <p:txBody>
          <a:bodyPr>
            <a:normAutofit/>
          </a:bodyPr>
          <a:lstStyle/>
          <a:p>
            <a:r>
              <a:rPr lang="en-IN" sz="1600" dirty="0"/>
              <a:t>Most preferred choice is </a:t>
            </a:r>
            <a:r>
              <a:rPr lang="en-IN" sz="1600" i="1" dirty="0" err="1"/>
              <a:t>Gurucool</a:t>
            </a:r>
            <a:r>
              <a:rPr lang="en-IN" sz="1600" dirty="0"/>
              <a:t> .</a:t>
            </a:r>
          </a:p>
          <a:p>
            <a:r>
              <a:rPr lang="en-IN" sz="1600" dirty="0"/>
              <a:t>Using the </a:t>
            </a:r>
            <a:r>
              <a:rPr lang="en-IN" sz="1600" i="1" dirty="0"/>
              <a:t>mobile app </a:t>
            </a:r>
            <a:r>
              <a:rPr lang="en-IN" sz="1600" dirty="0"/>
              <a:t>is second most preferred choice.</a:t>
            </a:r>
          </a:p>
          <a:p>
            <a:r>
              <a:rPr lang="en-IN" sz="1600" dirty="0"/>
              <a:t>Via </a:t>
            </a:r>
            <a:r>
              <a:rPr lang="en-IN" sz="1600" i="1" dirty="0"/>
              <a:t>dashboard</a:t>
            </a:r>
            <a:r>
              <a:rPr lang="en-IN" sz="1600" dirty="0"/>
              <a:t> the engagement is minimal.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0DF562-223D-3025-732A-40A7E586A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560" y="2108180"/>
            <a:ext cx="4340953" cy="290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64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43D3-7BC2-3AA6-D1CF-7AB95044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591873"/>
            <a:ext cx="8911687" cy="1280890"/>
          </a:xfrm>
        </p:spPr>
        <p:txBody>
          <a:bodyPr/>
          <a:lstStyle/>
          <a:p>
            <a:r>
              <a:rPr lang="en-IN" u="sng" dirty="0"/>
              <a:t>CALL HANDLING EFFICIENCY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ADC87-3129-E011-FB92-3947EE041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 flipV="1">
            <a:off x="11563600" y="6549017"/>
            <a:ext cx="247417" cy="308983"/>
          </a:xfrm>
        </p:spPr>
        <p:txBody>
          <a:bodyPr>
            <a:normAutofit fontScale="70000" lnSpcReduction="20000"/>
          </a:bodyPr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32D48-BCDA-6E20-30CA-2AA5AD043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969475"/>
            <a:ext cx="5242362" cy="37074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Only 41% of calls are successfully completed .</a:t>
            </a:r>
          </a:p>
          <a:p>
            <a:pPr lvl="1"/>
            <a:r>
              <a:rPr lang="en-US" dirty="0"/>
              <a:t>35% of calls are failed or not answered .</a:t>
            </a:r>
          </a:p>
          <a:p>
            <a:pPr lvl="1"/>
            <a:r>
              <a:rPr lang="en-US" dirty="0"/>
              <a:t>Smart routing can improve success rate.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6A0AA-1BD7-FF10-F312-5C0951FA7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7210" y="3535084"/>
            <a:ext cx="3999001" cy="576262"/>
          </a:xfrm>
        </p:spPr>
        <p:txBody>
          <a:bodyPr>
            <a:normAutofit fontScale="70000" lnSpcReduction="20000"/>
          </a:bodyPr>
          <a:lstStyle/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977C335-ECF5-7178-8670-FCC34BC09733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156" y="1969475"/>
            <a:ext cx="4816077" cy="3439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52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7301E-7081-76FC-F59B-377418B0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30887"/>
            <a:ext cx="8911687" cy="1280890"/>
          </a:xfrm>
        </p:spPr>
        <p:txBody>
          <a:bodyPr/>
          <a:lstStyle/>
          <a:p>
            <a:r>
              <a:rPr lang="en-IN" u="sng" dirty="0"/>
              <a:t>CHAT STATUS DISTRIBUTION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AF0FD-82B9-BD41-1505-C57D6FD0B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28119" y="2418735"/>
            <a:ext cx="5363034" cy="3168022"/>
          </a:xfrm>
        </p:spPr>
        <p:txBody>
          <a:bodyPr>
            <a:normAutofit/>
          </a:bodyPr>
          <a:lstStyle/>
          <a:p>
            <a:r>
              <a:rPr lang="en-IN" sz="1600" dirty="0"/>
              <a:t>High chat completion rate reflects </a:t>
            </a:r>
            <a:br>
              <a:rPr lang="en-IN" sz="1600" dirty="0"/>
            </a:br>
            <a:r>
              <a:rPr lang="en-IN" sz="1600" dirty="0"/>
              <a:t>operational efficiency.</a:t>
            </a:r>
          </a:p>
          <a:p>
            <a:r>
              <a:rPr lang="en-IN" sz="1600" dirty="0"/>
              <a:t>Using AI-driven automation  for</a:t>
            </a:r>
            <a:br>
              <a:rPr lang="en-IN" sz="1600" dirty="0"/>
            </a:br>
            <a:r>
              <a:rPr lang="en-IN" sz="1600" dirty="0"/>
              <a:t> incomplete chats.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5602FB-95E4-AA7E-1C7D-BC3EE659D4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840" y="2099188"/>
            <a:ext cx="5363034" cy="3168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12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4A1A3-0968-87A6-8437-B62CE8DED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1"/>
            <a:ext cx="8911687" cy="1280890"/>
          </a:xfrm>
        </p:spPr>
        <p:txBody>
          <a:bodyPr/>
          <a:lstStyle/>
          <a:p>
            <a:r>
              <a:rPr lang="en-IN" u="sng" dirty="0"/>
              <a:t>RATING WISE GURU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F8019-AE60-6284-7004-CA571D4CE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1043" y="2212303"/>
            <a:ext cx="5603665" cy="2951747"/>
          </a:xfrm>
        </p:spPr>
        <p:txBody>
          <a:bodyPr/>
          <a:lstStyle/>
          <a:p>
            <a:endParaRPr lang="en-IN" dirty="0"/>
          </a:p>
          <a:p>
            <a:r>
              <a:rPr lang="en-IN" sz="1600" dirty="0"/>
              <a:t>High performers have specialized expertise.</a:t>
            </a:r>
          </a:p>
          <a:p>
            <a:r>
              <a:rPr lang="en-IN" sz="1600" dirty="0"/>
              <a:t>Focus on training of potential performers.</a:t>
            </a:r>
          </a:p>
          <a:p>
            <a:r>
              <a:rPr lang="en-IN" sz="1600" dirty="0"/>
              <a:t>Get insights from top gurus for training.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EFFD4AE-68DD-3BBB-0CE4-19413FA5C0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156" y="1905001"/>
            <a:ext cx="4750887" cy="356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772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B2CA6-CE29-E707-9DBA-1B78B9F2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10323"/>
            <a:ext cx="8911687" cy="1280890"/>
          </a:xfrm>
        </p:spPr>
        <p:txBody>
          <a:bodyPr/>
          <a:lstStyle/>
          <a:p>
            <a:r>
              <a:rPr lang="en-IN" u="sng" dirty="0"/>
              <a:t>10 HIGHLY RATED GURUS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13726-D4CE-89D4-B6F4-30BFAB7B9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2490" y="2153265"/>
            <a:ext cx="4985786" cy="3777622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CC6ED-6881-6CC6-5B13-2DBF54A3B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21612" y="2396597"/>
            <a:ext cx="5282823" cy="2962282"/>
          </a:xfrm>
        </p:spPr>
        <p:txBody>
          <a:bodyPr>
            <a:normAutofit/>
          </a:bodyPr>
          <a:lstStyle/>
          <a:p>
            <a:r>
              <a:rPr lang="en-IN" sz="1600" dirty="0"/>
              <a:t>A small number of gurus got high average rating.</a:t>
            </a:r>
          </a:p>
          <a:p>
            <a:r>
              <a:rPr lang="en-IN" sz="1600" dirty="0"/>
              <a:t>Get insights from them to train other gurus.</a:t>
            </a:r>
          </a:p>
          <a:p>
            <a:r>
              <a:rPr lang="en-IN" sz="1600" dirty="0"/>
              <a:t>Tarot mystical and Astro Puja Rai</a:t>
            </a:r>
            <a:br>
              <a:rPr lang="en-IN" sz="1600" dirty="0"/>
            </a:br>
            <a:r>
              <a:rPr lang="en-IN" sz="1600" dirty="0"/>
              <a:t>are top performers.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709A7E4-7F72-DCF7-F864-BD30605F84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490" y="1991213"/>
            <a:ext cx="4809122" cy="320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336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9E903-52DC-B06C-1052-7A1C1646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61162"/>
            <a:ext cx="8911687" cy="1280890"/>
          </a:xfrm>
        </p:spPr>
        <p:txBody>
          <a:bodyPr/>
          <a:lstStyle/>
          <a:p>
            <a:r>
              <a:rPr lang="en-IN" u="sng" dirty="0"/>
              <a:t>PEAK TIMINGS OF RUSH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0771-EB61-DF91-A3A0-6115E1C172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74390" y="1833897"/>
            <a:ext cx="5483058" cy="3448595"/>
          </a:xfrm>
        </p:spPr>
        <p:txBody>
          <a:bodyPr/>
          <a:lstStyle/>
          <a:p>
            <a:pPr marL="457200" lvl="1" indent="0">
              <a:buNone/>
            </a:pPr>
            <a:endParaRPr lang="en-US" i="1" dirty="0"/>
          </a:p>
          <a:p>
            <a:pPr marL="457200" lvl="1" indent="0">
              <a:buNone/>
            </a:pPr>
            <a:endParaRPr lang="en-US" i="1" dirty="0"/>
          </a:p>
          <a:p>
            <a:pPr lvl="1"/>
            <a:r>
              <a:rPr lang="en-US" dirty="0"/>
              <a:t>Customer activity is high from 6 A.M. to 5 P.M.</a:t>
            </a:r>
          </a:p>
          <a:p>
            <a:pPr lvl="1"/>
            <a:r>
              <a:rPr lang="en-US" dirty="0"/>
              <a:t>Highlighting  opportunities for workforce </a:t>
            </a:r>
            <a:br>
              <a:rPr lang="en-US" dirty="0"/>
            </a:br>
            <a:r>
              <a:rPr lang="en-US" dirty="0"/>
              <a:t>optimization and demand-based </a:t>
            </a:r>
            <a:br>
              <a:rPr lang="en-US" dirty="0"/>
            </a:br>
            <a:r>
              <a:rPr lang="en-US" dirty="0"/>
              <a:t>scheduling.</a:t>
            </a:r>
          </a:p>
          <a:p>
            <a:pPr lvl="1"/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881C547-32E0-89BC-6628-F1E4EF65209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40156" y="2089536"/>
            <a:ext cx="4819638" cy="337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35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6663F-6DFE-BC75-8197-E46075120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712601"/>
            <a:ext cx="8911687" cy="1280890"/>
          </a:xfrm>
        </p:spPr>
        <p:txBody>
          <a:bodyPr/>
          <a:lstStyle/>
          <a:p>
            <a:r>
              <a:rPr lang="en-IN" u="sng" dirty="0"/>
              <a:t>REVENUE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CFDA3-94F6-8ADB-5F43-662A1AC39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9" y="2080297"/>
            <a:ext cx="6898105" cy="36974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Calls generate the highest earnings .</a:t>
            </a:r>
          </a:p>
          <a:p>
            <a:pPr lvl="1"/>
            <a:r>
              <a:rPr lang="en-US" dirty="0"/>
              <a:t>Chats offers cost-efficient scalability.</a:t>
            </a:r>
          </a:p>
          <a:p>
            <a:pPr lvl="1"/>
            <a:r>
              <a:rPr lang="en-US" dirty="0"/>
              <a:t>Revenue concentrated among top gurus</a:t>
            </a:r>
            <a:br>
              <a:rPr lang="en-US" dirty="0"/>
            </a:br>
            <a:r>
              <a:rPr lang="en-US" dirty="0"/>
              <a:t>and peak demand hours.</a:t>
            </a:r>
            <a:br>
              <a:rPr lang="en-US" dirty="0"/>
            </a:b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61035E0-A81C-904D-9D55-8EB72FD33CF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204" y="1993491"/>
            <a:ext cx="5003584" cy="344859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2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2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glow>
              <a:schemeClr val="accent2">
                <a:lumMod val="20000"/>
                <a:lumOff val="80000"/>
              </a:schemeClr>
            </a:glo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26462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45C33-7484-743C-C49F-E9D746BD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638" y="645368"/>
            <a:ext cx="8911687" cy="1280890"/>
          </a:xfrm>
        </p:spPr>
        <p:txBody>
          <a:bodyPr/>
          <a:lstStyle/>
          <a:p>
            <a:r>
              <a:rPr lang="en-IN" u="sng" dirty="0"/>
              <a:t>PERFORMANCE OF GURUS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6A863-5ACF-6268-67CF-E59FEDC2C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02680" y="2133713"/>
            <a:ext cx="4825157" cy="30262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300" i="1" dirty="0"/>
          </a:p>
          <a:p>
            <a:r>
              <a:rPr lang="en-US" sz="1600" dirty="0"/>
              <a:t>A significant number of agents received zero ratings, .</a:t>
            </a:r>
          </a:p>
          <a:p>
            <a:r>
              <a:rPr lang="en-US" sz="1600" dirty="0"/>
              <a:t>Immediate training is required for unskilled staff members.</a:t>
            </a:r>
          </a:p>
          <a:p>
            <a:r>
              <a:rPr lang="en-US" sz="1600" dirty="0"/>
              <a:t>Get insights from top performers.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A0C9B8A-E2CD-EFD9-35A4-8F28A61095F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638" y="2133713"/>
            <a:ext cx="4966042" cy="324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467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2B8647-53A4-9617-DC8F-A12A11542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43774"/>
            <a:ext cx="8911687" cy="1280890"/>
          </a:xfrm>
        </p:spPr>
        <p:txBody>
          <a:bodyPr/>
          <a:lstStyle/>
          <a:p>
            <a:r>
              <a:rPr lang="en-IN" u="sng" dirty="0"/>
              <a:t>CHANGES IN CALL VOLUME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E5608C9-3862-FD2B-A1C1-65E7795B9B3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5476" y="2130405"/>
            <a:ext cx="4767337" cy="3120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E8204D-8DAF-40E6-AAC6-DA4D5B803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2949" y="2691583"/>
            <a:ext cx="5112774" cy="3935322"/>
          </a:xfrm>
        </p:spPr>
        <p:txBody>
          <a:bodyPr>
            <a:normAutofit/>
          </a:bodyPr>
          <a:lstStyle/>
          <a:p>
            <a:r>
              <a:rPr lang="en-IN" sz="1600" dirty="0"/>
              <a:t>Call demand fluctuates across days.</a:t>
            </a:r>
          </a:p>
          <a:p>
            <a:r>
              <a:rPr lang="en-IN" sz="1600" dirty="0"/>
              <a:t>There is need to adapt flexible staffing.</a:t>
            </a:r>
          </a:p>
          <a:p>
            <a:r>
              <a:rPr lang="en-IN" sz="1600" dirty="0"/>
              <a:t>Weekdays are mostly busy.</a:t>
            </a:r>
          </a:p>
        </p:txBody>
      </p:sp>
    </p:spTree>
    <p:extLst>
      <p:ext uri="{BB962C8B-B14F-4D97-AF65-F5344CB8AC3E}">
        <p14:creationId xmlns:p14="http://schemas.microsoft.com/office/powerpoint/2010/main" val="2806129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84F6F6-AFD4-E4A2-B563-5E381CBFF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" y="-7185"/>
            <a:ext cx="12064181" cy="686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326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F37E-C4E6-D0FF-E924-8A156D7F4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12482"/>
            <a:ext cx="8911687" cy="1280890"/>
          </a:xfrm>
        </p:spPr>
        <p:txBody>
          <a:bodyPr/>
          <a:lstStyle/>
          <a:p>
            <a:r>
              <a:rPr lang="en-IN" u="sng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C4928-D27B-97D9-0DAC-372F05B9B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7624" y="1681317"/>
            <a:ext cx="9996654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  <a:p>
            <a:r>
              <a:rPr lang="en-US" sz="1600" b="1" dirty="0">
                <a:solidFill>
                  <a:schemeClr val="tx1"/>
                </a:solidFill>
              </a:rPr>
              <a:t>Key Gap Identified: </a:t>
            </a:r>
            <a:r>
              <a:rPr lang="en-US" sz="1600" dirty="0">
                <a:solidFill>
                  <a:schemeClr val="tx1"/>
                </a:solidFill>
              </a:rPr>
              <a:t>High volume of repeat calls (4879 total, from 275 repeat callers), indicating 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efficiency issues.</a:t>
            </a:r>
            <a:endParaRPr lang="en-IN" sz="1600" dirty="0">
              <a:solidFill>
                <a:schemeClr val="tx1"/>
              </a:solidFill>
            </a:endParaRPr>
          </a:p>
          <a:p>
            <a:r>
              <a:rPr lang="en-IN" sz="1600" b="1" dirty="0">
                <a:solidFill>
                  <a:schemeClr val="tx1"/>
                </a:solidFill>
              </a:rPr>
              <a:t>Performance </a:t>
            </a:r>
            <a:r>
              <a:rPr lang="en-IN" sz="1600" dirty="0">
                <a:solidFill>
                  <a:schemeClr val="tx1"/>
                </a:solidFill>
              </a:rPr>
              <a:t>: High number of sessions were rated 3 or below representing the disappointment</a:t>
            </a:r>
            <a:br>
              <a:rPr lang="en-IN" sz="1600" dirty="0">
                <a:solidFill>
                  <a:schemeClr val="tx1"/>
                </a:solidFill>
              </a:rPr>
            </a:br>
            <a:r>
              <a:rPr lang="en-IN" sz="1600" dirty="0">
                <a:solidFill>
                  <a:schemeClr val="tx1"/>
                </a:solidFill>
              </a:rPr>
              <a:t>among users .Even some gurus got rated well too proving their skills .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Opportunity:</a:t>
            </a:r>
            <a:r>
              <a:rPr lang="en-US" sz="1600" dirty="0">
                <a:solidFill>
                  <a:schemeClr val="tx1"/>
                </a:solidFill>
              </a:rPr>
              <a:t> Targeted investment in technology, training, and incentives will improve overall     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 performance.</a:t>
            </a:r>
          </a:p>
          <a:p>
            <a:pPr marL="0" indent="0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A0B4D7-C833-6693-DCAF-1CE6BBC1164C}"/>
                  </a:ext>
                </a:extLst>
              </p14:cNvPr>
              <p14:cNvContentPartPr/>
              <p14:nvPr/>
            </p14:nvContentPartPr>
            <p14:xfrm>
              <a:off x="1789548" y="3864108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1A0B4D7-C833-6693-DCAF-1CE6BBC116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1548" y="384610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D8BF1FA-3926-C498-ED3C-7AD7FDCEC18E}"/>
                  </a:ext>
                </a:extLst>
              </p14:cNvPr>
              <p14:cNvContentPartPr/>
              <p14:nvPr/>
            </p14:nvContentPartPr>
            <p14:xfrm>
              <a:off x="1858308" y="2929908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D8BF1FA-3926-C498-ED3C-7AD7FDCEC1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0308" y="2912268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633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BA152-192C-092D-34F0-DFFB3D17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2314"/>
            <a:ext cx="8911687" cy="1280890"/>
          </a:xfrm>
        </p:spPr>
        <p:txBody>
          <a:bodyPr/>
          <a:lstStyle/>
          <a:p>
            <a:r>
              <a:rPr lang="en-IN" u="sng" dirty="0"/>
              <a:t>RECOMMENDATIONS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6AD21C6-2259-9551-E8A7-07A566ABC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337" y="2113936"/>
            <a:ext cx="9852275" cy="3777622"/>
          </a:xfrm>
        </p:spPr>
        <p:txBody>
          <a:bodyPr>
            <a:normAutofit/>
          </a:bodyPr>
          <a:lstStyle/>
          <a:p>
            <a:r>
              <a:rPr lang="en-US" sz="1600" b="1" dirty="0"/>
              <a:t>Invest</a:t>
            </a:r>
            <a:r>
              <a:rPr lang="en-US" sz="1600" dirty="0"/>
              <a:t> in Technology Upgrades: Improve call routing, IVR, and CRM systems to raise completion and First Call Resolution (FCR) rates.</a:t>
            </a:r>
          </a:p>
          <a:p>
            <a:r>
              <a:rPr lang="en-US" sz="1600" b="1" dirty="0"/>
              <a:t>Optimize</a:t>
            </a:r>
            <a:r>
              <a:rPr lang="en-US" sz="1600" dirty="0"/>
              <a:t> Workforce Utilization: Rebalance workloads, schedule efficiently, and share best practices from top performers.</a:t>
            </a:r>
          </a:p>
          <a:p>
            <a:r>
              <a:rPr lang="en-US" sz="1600" b="1" dirty="0"/>
              <a:t>Enhance</a:t>
            </a:r>
            <a:r>
              <a:rPr lang="en-US" sz="1600" dirty="0"/>
              <a:t> Training &amp; Incentives: Focus on empathy and problem-solving skills to boost CSAT and agent retention.</a:t>
            </a:r>
          </a:p>
          <a:p>
            <a:r>
              <a:rPr lang="en-US" sz="1600" b="1" dirty="0"/>
              <a:t>Implement</a:t>
            </a:r>
            <a:r>
              <a:rPr lang="en-US" sz="1600" dirty="0"/>
              <a:t> Performance Monitoring: Use live dashboards to keep a constant eye on agent performance metrics.</a:t>
            </a:r>
          </a:p>
          <a:p>
            <a:endParaRPr lang="en-IN" dirty="0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FD0AB923-FB5D-66D6-C6F9-636AFC720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93A2FC4C-77F3-3C9A-E4E8-0AB6CB47CF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638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E2D74-2B54-5F88-CDAD-B59C739DE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600" dirty="0"/>
              <a:t>Thank you…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2B1B5-EDF0-3DED-75B8-929044AA9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r"/>
            <a:br>
              <a:rPr lang="en-IN" dirty="0"/>
            </a:br>
            <a:r>
              <a:rPr lang="en-IN" dirty="0"/>
              <a:t>By Neelam Rajput</a:t>
            </a:r>
          </a:p>
          <a:p>
            <a:pPr algn="r"/>
            <a:r>
              <a:rPr lang="en-IN" dirty="0"/>
              <a:t>Dated 04-01-2026 </a:t>
            </a:r>
          </a:p>
        </p:txBody>
      </p:sp>
    </p:spTree>
    <p:extLst>
      <p:ext uri="{BB962C8B-B14F-4D97-AF65-F5344CB8AC3E}">
        <p14:creationId xmlns:p14="http://schemas.microsoft.com/office/powerpoint/2010/main" val="22082601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8154</TotalTime>
  <Words>710</Words>
  <Application>Microsoft Office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Bahnschrift SemiBold</vt:lpstr>
      <vt:lpstr>Century Gothic</vt:lpstr>
      <vt:lpstr>Wingdings</vt:lpstr>
      <vt:lpstr>Wingdings 3</vt:lpstr>
      <vt:lpstr>Wisp</vt:lpstr>
      <vt:lpstr>ASTROSAGE ANALYSIS</vt:lpstr>
      <vt:lpstr>ASTROSAGE PLATFORM OVERVIEW</vt:lpstr>
      <vt:lpstr>PROBLEM STATEMENT</vt:lpstr>
      <vt:lpstr>OVERVIEW OF  DATA</vt:lpstr>
      <vt:lpstr>METHODOLOGY </vt:lpstr>
      <vt:lpstr>USER PLATFORM PREFERENCE</vt:lpstr>
      <vt:lpstr>CALL HANDLING EFFICIENCY</vt:lpstr>
      <vt:lpstr>CHAT STATUS DISTRIBUTION </vt:lpstr>
      <vt:lpstr>RATING WISE GURU DISTRIBUTION</vt:lpstr>
      <vt:lpstr>10 HIGHLY RATED GURUS</vt:lpstr>
      <vt:lpstr>PEAK TIMINGS OF RUSH</vt:lpstr>
      <vt:lpstr>REVENUE SOURCE</vt:lpstr>
      <vt:lpstr>PERFORMANCE OF GURUS</vt:lpstr>
      <vt:lpstr>CHANGES IN CALL VOLUME </vt:lpstr>
      <vt:lpstr>PowerPoint Presentation</vt:lpstr>
      <vt:lpstr>CONCLUSIONS</vt:lpstr>
      <vt:lpstr>RECOMMENDATIONS</vt:lpstr>
      <vt:lpstr>Thank you…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Neelam Rajput</dc:creator>
  <cp:lastModifiedBy>Neelam Rajput</cp:lastModifiedBy>
  <cp:revision>3</cp:revision>
  <dcterms:created xsi:type="dcterms:W3CDTF">2026-01-04T16:06:48Z</dcterms:created>
  <dcterms:modified xsi:type="dcterms:W3CDTF">2026-01-27T06:29:17Z</dcterms:modified>
</cp:coreProperties>
</file>